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94"/>
  </p:normalViewPr>
  <p:slideViewPr>
    <p:cSldViewPr snapToGrid="0" snapToObjects="1">
      <p:cViewPr>
        <p:scale>
          <a:sx n="84" d="100"/>
          <a:sy n="84" d="100"/>
        </p:scale>
        <p:origin x="1488" y="16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042376" y="569312"/>
            <a:ext cx="7540024" cy="2040759"/>
          </a:xfrm>
        </p:spPr>
        <p:txBody>
          <a:bodyPr/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2377" y="2890347"/>
            <a:ext cx="7540023" cy="274845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/>
          </p:nvPr>
        </p:nvSpPr>
        <p:spPr>
          <a:xfrm>
            <a:off x="0" y="0"/>
            <a:ext cx="3678621" cy="5903310"/>
          </a:xfr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42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117" y="274639"/>
            <a:ext cx="10831283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7" y="1600201"/>
            <a:ext cx="10831283" cy="39507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8312515" y="1600202"/>
            <a:ext cx="3269885" cy="2988015"/>
          </a:xfr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22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537" y="4501931"/>
            <a:ext cx="10233751" cy="126704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2536" y="3011380"/>
            <a:ext cx="10233752" cy="139552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>
          <a:xfrm>
            <a:off x="1092535" y="378938"/>
            <a:ext cx="10233751" cy="2417007"/>
          </a:xfr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27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11" y="274639"/>
            <a:ext cx="11049789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2611" y="1600202"/>
            <a:ext cx="5462671" cy="40838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9386" y="1600202"/>
            <a:ext cx="5273017" cy="40838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25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8621" y="274638"/>
            <a:ext cx="7903779" cy="741363"/>
          </a:xfrm>
        </p:spPr>
        <p:txBody>
          <a:bodyPr>
            <a:noAutofit/>
          </a:bodyPr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78621" y="1215233"/>
            <a:ext cx="399393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8621" y="1854994"/>
            <a:ext cx="3993931" cy="38597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06115" y="1215233"/>
            <a:ext cx="367628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06115" y="1854994"/>
            <a:ext cx="3676285" cy="38597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207023" y="274638"/>
            <a:ext cx="3269885" cy="2623723"/>
          </a:xfr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4"/>
          </p:nvPr>
        </p:nvSpPr>
        <p:spPr>
          <a:xfrm>
            <a:off x="207023" y="3116479"/>
            <a:ext cx="3269885" cy="2598308"/>
          </a:xfr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44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110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288964" y="348214"/>
            <a:ext cx="5187365" cy="5233432"/>
          </a:xfr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817746" y="348215"/>
            <a:ext cx="5913340" cy="53051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6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535" y="273050"/>
            <a:ext cx="6733740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2830" y="273053"/>
            <a:ext cx="3629572" cy="53802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535" y="1435103"/>
            <a:ext cx="6733740" cy="421823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858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938" y="4800601"/>
            <a:ext cx="1058546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96938" y="402899"/>
            <a:ext cx="10585463" cy="432467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6938" y="5367339"/>
            <a:ext cx="10585463" cy="43962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434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.jpg"/>
          <p:cNvPicPr>
            <a:picLocks noChangeAspect="1"/>
          </p:cNvPicPr>
          <p:nvPr userDrawn="1"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707"/>
            <a:ext cx="12192000" cy="68777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532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7946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593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8688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534782" y="430146"/>
            <a:ext cx="11196305" cy="5182226"/>
          </a:xfrm>
          <a:solidFill>
            <a:srgbClr val="54565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6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.jpg"/>
          <p:cNvPicPr>
            <a:picLocks noChangeAspect="1"/>
          </p:cNvPicPr>
          <p:nvPr/>
        </p:nvPicPr>
        <p:blipFill>
          <a:blip r:embed="rId16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707"/>
            <a:ext cx="12192000" cy="68777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997" y="274639"/>
            <a:ext cx="1066740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997" y="1600201"/>
            <a:ext cx="10667403" cy="3950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" y="5905065"/>
            <a:ext cx="12191997" cy="45720"/>
          </a:xfrm>
          <a:prstGeom prst="rect">
            <a:avLst/>
          </a:prstGeom>
          <a:solidFill>
            <a:srgbClr val="410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210723" y="6216620"/>
            <a:ext cx="461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rgbClr val="660000"/>
                </a:solidFill>
                <a:latin typeface="+mj-lt"/>
              </a:rPr>
              <a:t>University Unit Name</a:t>
            </a:r>
            <a:r>
              <a:rPr lang="en-US" sz="1800" baseline="0" dirty="0">
                <a:solidFill>
                  <a:srgbClr val="660000"/>
                </a:solidFill>
                <a:latin typeface="+mj-lt"/>
              </a:rPr>
              <a:t> Here</a:t>
            </a:r>
            <a:endParaRPr lang="en-US" sz="1800" dirty="0">
              <a:solidFill>
                <a:srgbClr val="660000"/>
              </a:solidFill>
              <a:latin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65" y="6123991"/>
            <a:ext cx="3535279" cy="60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5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73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2D2E2B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54565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54565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54565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nual Operation 3">
            <a:extLst>
              <a:ext uri="{FF2B5EF4-FFF2-40B4-BE49-F238E27FC236}">
                <a16:creationId xmlns:a16="http://schemas.microsoft.com/office/drawing/2014/main" id="{62A1551C-9E09-AB9F-2095-CB06743A1BF4}"/>
              </a:ext>
            </a:extLst>
          </p:cNvPr>
          <p:cNvSpPr/>
          <p:nvPr/>
        </p:nvSpPr>
        <p:spPr>
          <a:xfrm rot="16200000">
            <a:off x="2431738" y="936168"/>
            <a:ext cx="1374230" cy="1368974"/>
          </a:xfrm>
          <a:prstGeom prst="flowChartManualOpe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Feature Extraction Network</a:t>
            </a:r>
          </a:p>
        </p:txBody>
      </p:sp>
      <p:sp>
        <p:nvSpPr>
          <p:cNvPr id="5" name="Magnetic Disk 4">
            <a:extLst>
              <a:ext uri="{FF2B5EF4-FFF2-40B4-BE49-F238E27FC236}">
                <a16:creationId xmlns:a16="http://schemas.microsoft.com/office/drawing/2014/main" id="{BAC6E51A-9713-A082-1661-F4E4DD21021D}"/>
              </a:ext>
            </a:extLst>
          </p:cNvPr>
          <p:cNvSpPr/>
          <p:nvPr/>
        </p:nvSpPr>
        <p:spPr>
          <a:xfrm>
            <a:off x="701941" y="933539"/>
            <a:ext cx="1368974" cy="1374231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Domain</a:t>
            </a:r>
          </a:p>
        </p:txBody>
      </p:sp>
      <p:sp>
        <p:nvSpPr>
          <p:cNvPr id="6" name="Manual Operation 5">
            <a:extLst>
              <a:ext uri="{FF2B5EF4-FFF2-40B4-BE49-F238E27FC236}">
                <a16:creationId xmlns:a16="http://schemas.microsoft.com/office/drawing/2014/main" id="{0CF0CC25-27D4-B327-7396-5056D8EA26C2}"/>
              </a:ext>
            </a:extLst>
          </p:cNvPr>
          <p:cNvSpPr/>
          <p:nvPr/>
        </p:nvSpPr>
        <p:spPr>
          <a:xfrm rot="16200000">
            <a:off x="4283943" y="1092289"/>
            <a:ext cx="818985" cy="1053288"/>
          </a:xfrm>
          <a:prstGeom prst="flowChartManualOpe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Classifier Network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69149D-AFCE-E6C2-2B24-DE01662BE09C}"/>
              </a:ext>
            </a:extLst>
          </p:cNvPr>
          <p:cNvGrpSpPr/>
          <p:nvPr/>
        </p:nvGrpSpPr>
        <p:grpSpPr>
          <a:xfrm>
            <a:off x="5583531" y="606671"/>
            <a:ext cx="376365" cy="2024524"/>
            <a:chOff x="5812403" y="1900362"/>
            <a:chExt cx="376365" cy="2024524"/>
          </a:xfrm>
        </p:grpSpPr>
        <p:sp>
          <p:nvSpPr>
            <p:cNvPr id="8" name="Left Bracket 7">
              <a:extLst>
                <a:ext uri="{FF2B5EF4-FFF2-40B4-BE49-F238E27FC236}">
                  <a16:creationId xmlns:a16="http://schemas.microsoft.com/office/drawing/2014/main" id="{CE2864D1-C707-0ABD-DE67-C79075851ACD}"/>
                </a:ext>
              </a:extLst>
            </p:cNvPr>
            <p:cNvSpPr/>
            <p:nvPr/>
          </p:nvSpPr>
          <p:spPr>
            <a:xfrm>
              <a:off x="5812403" y="1900362"/>
              <a:ext cx="127221" cy="2024524"/>
            </a:xfrm>
            <a:prstGeom prst="lef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Left Bracket 8">
              <a:extLst>
                <a:ext uri="{FF2B5EF4-FFF2-40B4-BE49-F238E27FC236}">
                  <a16:creationId xmlns:a16="http://schemas.microsoft.com/office/drawing/2014/main" id="{5A058823-2BEA-BA05-70DC-149BF0011385}"/>
                </a:ext>
              </a:extLst>
            </p:cNvPr>
            <p:cNvSpPr/>
            <p:nvPr/>
          </p:nvSpPr>
          <p:spPr>
            <a:xfrm flipH="1">
              <a:off x="6067820" y="1900362"/>
              <a:ext cx="120948" cy="2024524"/>
            </a:xfrm>
            <a:prstGeom prst="lef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DF884F3-0A14-6877-41F1-68242C027845}"/>
                </a:ext>
              </a:extLst>
            </p:cNvPr>
            <p:cNvSpPr/>
            <p:nvPr/>
          </p:nvSpPr>
          <p:spPr>
            <a:xfrm>
              <a:off x="5907330" y="1936013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2789B10-91F0-60FE-CA56-C6D745FC0254}"/>
                </a:ext>
              </a:extLst>
            </p:cNvPr>
            <p:cNvSpPr/>
            <p:nvPr/>
          </p:nvSpPr>
          <p:spPr>
            <a:xfrm>
              <a:off x="5907330" y="2156394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AF5FD1-3F47-3106-717F-0FA75A1E84FE}"/>
                </a:ext>
              </a:extLst>
            </p:cNvPr>
            <p:cNvSpPr/>
            <p:nvPr/>
          </p:nvSpPr>
          <p:spPr>
            <a:xfrm>
              <a:off x="5907330" y="2376775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1DE91E6-C600-D276-D2F0-123243536827}"/>
                </a:ext>
              </a:extLst>
            </p:cNvPr>
            <p:cNvSpPr/>
            <p:nvPr/>
          </p:nvSpPr>
          <p:spPr>
            <a:xfrm>
              <a:off x="5907330" y="2597156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843D99B-FF4C-89DF-DEAA-B5F6FB79F904}"/>
                </a:ext>
              </a:extLst>
            </p:cNvPr>
            <p:cNvSpPr/>
            <p:nvPr/>
          </p:nvSpPr>
          <p:spPr>
            <a:xfrm>
              <a:off x="5907330" y="2817631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1770701-64B7-CAA2-B3A7-8A7038878A15}"/>
                </a:ext>
              </a:extLst>
            </p:cNvPr>
            <p:cNvSpPr/>
            <p:nvPr/>
          </p:nvSpPr>
          <p:spPr>
            <a:xfrm>
              <a:off x="5907330" y="3038106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29AB6C0-DEFD-A556-8FB6-02381BFACF7A}"/>
                </a:ext>
              </a:extLst>
            </p:cNvPr>
            <p:cNvSpPr/>
            <p:nvPr/>
          </p:nvSpPr>
          <p:spPr>
            <a:xfrm>
              <a:off x="5907330" y="3258581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66C78F2-2441-F0DF-9AC5-277FF277402E}"/>
                </a:ext>
              </a:extLst>
            </p:cNvPr>
            <p:cNvSpPr/>
            <p:nvPr/>
          </p:nvSpPr>
          <p:spPr>
            <a:xfrm>
              <a:off x="5911655" y="3479056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B9B6CCB-AFDD-C52D-CCC5-454FEA6820C6}"/>
                </a:ext>
              </a:extLst>
            </p:cNvPr>
            <p:cNvSpPr/>
            <p:nvPr/>
          </p:nvSpPr>
          <p:spPr>
            <a:xfrm>
              <a:off x="5907330" y="3699437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E4CC957-4A63-6CF5-30F4-B28F13B7DA87}"/>
              </a:ext>
            </a:extLst>
          </p:cNvPr>
          <p:cNvSpPr/>
          <p:nvPr/>
        </p:nvSpPr>
        <p:spPr>
          <a:xfrm>
            <a:off x="3510580" y="180302"/>
            <a:ext cx="859095" cy="4808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Loss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3AC43B41-CBD9-2FA0-5D95-EAE218A3E38C}"/>
              </a:ext>
            </a:extLst>
          </p:cNvPr>
          <p:cNvCxnSpPr>
            <a:stCxn id="5" idx="1"/>
            <a:endCxn id="24" idx="1"/>
          </p:cNvCxnSpPr>
          <p:nvPr/>
        </p:nvCxnSpPr>
        <p:spPr>
          <a:xfrm rot="5400000" flipH="1" flipV="1">
            <a:off x="2192102" y="-384939"/>
            <a:ext cx="512804" cy="21241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C7AB1C03-1DB4-22F1-448A-1EDF4FF89552}"/>
              </a:ext>
            </a:extLst>
          </p:cNvPr>
          <p:cNvCxnSpPr>
            <a:stCxn id="24" idx="2"/>
            <a:endCxn id="4" idx="3"/>
          </p:cNvCxnSpPr>
          <p:nvPr/>
        </p:nvCxnSpPr>
        <p:spPr>
          <a:xfrm rot="5400000">
            <a:off x="3324594" y="455428"/>
            <a:ext cx="409795" cy="821275"/>
          </a:xfrm>
          <a:prstGeom prst="bentConnector3">
            <a:avLst>
              <a:gd name="adj1" fmla="val 40214"/>
            </a:avLst>
          </a:prstGeom>
          <a:ln cmpd="sng">
            <a:solidFill>
              <a:schemeClr val="accent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D1FF313C-FE25-178F-7D7E-4F67B3B4AA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03071" y="598519"/>
            <a:ext cx="630171" cy="753308"/>
          </a:xfrm>
          <a:prstGeom prst="bentConnector3">
            <a:avLst>
              <a:gd name="adj1" fmla="val 26298"/>
            </a:avLst>
          </a:prstGeom>
          <a:ln cmpd="sng">
            <a:solidFill>
              <a:schemeClr val="accent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D2730184-953E-67A9-EC47-B7406745D0A7}"/>
              </a:ext>
            </a:extLst>
          </p:cNvPr>
          <p:cNvCxnSpPr>
            <a:stCxn id="10" idx="0"/>
            <a:endCxn id="24" idx="3"/>
          </p:cNvCxnSpPr>
          <p:nvPr/>
        </p:nvCxnSpPr>
        <p:spPr>
          <a:xfrm rot="16200000" flipV="1">
            <a:off x="4960441" y="-170030"/>
            <a:ext cx="221587" cy="14031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8A78A67-FC7A-6895-D704-0FC18F48330B}"/>
              </a:ext>
            </a:extLst>
          </p:cNvPr>
          <p:cNvSpPr txBox="1"/>
          <p:nvPr/>
        </p:nvSpPr>
        <p:spPr>
          <a:xfrm>
            <a:off x="2952416" y="777738"/>
            <a:ext cx="195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Backpropagation</a:t>
            </a:r>
            <a:endParaRPr lang="en-US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F179A38-ACC2-2B36-2FBC-DB6F37BB3FBE}"/>
              </a:ext>
            </a:extLst>
          </p:cNvPr>
          <p:cNvCxnSpPr>
            <a:stCxn id="5" idx="4"/>
            <a:endCxn id="4" idx="0"/>
          </p:cNvCxnSpPr>
          <p:nvPr/>
        </p:nvCxnSpPr>
        <p:spPr>
          <a:xfrm>
            <a:off x="2070915" y="1620655"/>
            <a:ext cx="3634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F7459BD-FC28-4262-9A69-7C407F51C29B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V="1">
            <a:off x="3803340" y="1618933"/>
            <a:ext cx="363452" cy="1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57A91B4-3D5D-A63E-16B2-CFF33527A2CC}"/>
              </a:ext>
            </a:extLst>
          </p:cNvPr>
          <p:cNvCxnSpPr>
            <a:stCxn id="6" idx="2"/>
            <a:endCxn id="8" idx="1"/>
          </p:cNvCxnSpPr>
          <p:nvPr/>
        </p:nvCxnSpPr>
        <p:spPr>
          <a:xfrm>
            <a:off x="5220080" y="1618932"/>
            <a:ext cx="36345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645C0A4-F7FD-58BF-6C69-797BC8C09B55}"/>
              </a:ext>
            </a:extLst>
          </p:cNvPr>
          <p:cNvSpPr txBox="1"/>
          <p:nvPr/>
        </p:nvSpPr>
        <p:spPr>
          <a:xfrm>
            <a:off x="1465394" y="141287"/>
            <a:ext cx="195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Ground Truth Labels</a:t>
            </a:r>
            <a:endParaRPr lang="en-US" dirty="0"/>
          </a:p>
        </p:txBody>
      </p:sp>
      <p:sp>
        <p:nvSpPr>
          <p:cNvPr id="58" name="Manual Operation 57">
            <a:extLst>
              <a:ext uri="{FF2B5EF4-FFF2-40B4-BE49-F238E27FC236}">
                <a16:creationId xmlns:a16="http://schemas.microsoft.com/office/drawing/2014/main" id="{E69BB5A9-7F50-0904-8EDA-50763F601B37}"/>
              </a:ext>
            </a:extLst>
          </p:cNvPr>
          <p:cNvSpPr/>
          <p:nvPr/>
        </p:nvSpPr>
        <p:spPr>
          <a:xfrm rot="16200000">
            <a:off x="2431738" y="3428587"/>
            <a:ext cx="1374230" cy="1368974"/>
          </a:xfrm>
          <a:prstGeom prst="flowChartManualOpe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Feature Extraction Network</a:t>
            </a:r>
          </a:p>
        </p:txBody>
      </p:sp>
      <p:sp>
        <p:nvSpPr>
          <p:cNvPr id="59" name="Magnetic Disk 58">
            <a:extLst>
              <a:ext uri="{FF2B5EF4-FFF2-40B4-BE49-F238E27FC236}">
                <a16:creationId xmlns:a16="http://schemas.microsoft.com/office/drawing/2014/main" id="{E9493718-9DAA-C4C0-8772-76ACC9DF098A}"/>
              </a:ext>
            </a:extLst>
          </p:cNvPr>
          <p:cNvSpPr/>
          <p:nvPr/>
        </p:nvSpPr>
        <p:spPr>
          <a:xfrm>
            <a:off x="701941" y="3425958"/>
            <a:ext cx="1368974" cy="1374231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Domain</a:t>
            </a:r>
          </a:p>
        </p:txBody>
      </p:sp>
      <p:sp>
        <p:nvSpPr>
          <p:cNvPr id="60" name="Manual Operation 59">
            <a:extLst>
              <a:ext uri="{FF2B5EF4-FFF2-40B4-BE49-F238E27FC236}">
                <a16:creationId xmlns:a16="http://schemas.microsoft.com/office/drawing/2014/main" id="{B8C80A3C-FDBC-5A91-B6E0-CCED5E1C1C70}"/>
              </a:ext>
            </a:extLst>
          </p:cNvPr>
          <p:cNvSpPr/>
          <p:nvPr/>
        </p:nvSpPr>
        <p:spPr>
          <a:xfrm rot="16200000">
            <a:off x="4283943" y="3584708"/>
            <a:ext cx="818985" cy="1053288"/>
          </a:xfrm>
          <a:prstGeom prst="flowChartManualOpe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Classifier Network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4F366B3-C983-9DBD-E304-74D5ED8417C8}"/>
              </a:ext>
            </a:extLst>
          </p:cNvPr>
          <p:cNvGrpSpPr/>
          <p:nvPr/>
        </p:nvGrpSpPr>
        <p:grpSpPr>
          <a:xfrm>
            <a:off x="5583531" y="3099090"/>
            <a:ext cx="376365" cy="2024524"/>
            <a:chOff x="5812403" y="1900362"/>
            <a:chExt cx="376365" cy="2024524"/>
          </a:xfrm>
        </p:grpSpPr>
        <p:sp>
          <p:nvSpPr>
            <p:cNvPr id="62" name="Left Bracket 61">
              <a:extLst>
                <a:ext uri="{FF2B5EF4-FFF2-40B4-BE49-F238E27FC236}">
                  <a16:creationId xmlns:a16="http://schemas.microsoft.com/office/drawing/2014/main" id="{1CBCBEA2-0351-3609-05FE-25C4A23FFA0C}"/>
                </a:ext>
              </a:extLst>
            </p:cNvPr>
            <p:cNvSpPr/>
            <p:nvPr/>
          </p:nvSpPr>
          <p:spPr>
            <a:xfrm>
              <a:off x="5812403" y="1900362"/>
              <a:ext cx="127221" cy="2024524"/>
            </a:xfrm>
            <a:prstGeom prst="lef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Left Bracket 62">
              <a:extLst>
                <a:ext uri="{FF2B5EF4-FFF2-40B4-BE49-F238E27FC236}">
                  <a16:creationId xmlns:a16="http://schemas.microsoft.com/office/drawing/2014/main" id="{AE6964BD-9D16-1D8C-0525-A9A8F67330D0}"/>
                </a:ext>
              </a:extLst>
            </p:cNvPr>
            <p:cNvSpPr/>
            <p:nvPr/>
          </p:nvSpPr>
          <p:spPr>
            <a:xfrm flipH="1">
              <a:off x="6067820" y="1900362"/>
              <a:ext cx="120948" cy="2024524"/>
            </a:xfrm>
            <a:prstGeom prst="lef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81698A3-3EDD-F1F2-F3F0-929907C4B15A}"/>
                </a:ext>
              </a:extLst>
            </p:cNvPr>
            <p:cNvSpPr/>
            <p:nvPr/>
          </p:nvSpPr>
          <p:spPr>
            <a:xfrm>
              <a:off x="5907330" y="1936013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D6E42FEC-ADCB-E167-608A-EF413426C087}"/>
                </a:ext>
              </a:extLst>
            </p:cNvPr>
            <p:cNvSpPr/>
            <p:nvPr/>
          </p:nvSpPr>
          <p:spPr>
            <a:xfrm>
              <a:off x="5907330" y="2156394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86A30BFC-34B4-A029-0831-880932CF6C8D}"/>
                </a:ext>
              </a:extLst>
            </p:cNvPr>
            <p:cNvSpPr/>
            <p:nvPr/>
          </p:nvSpPr>
          <p:spPr>
            <a:xfrm>
              <a:off x="5907330" y="2376775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007B70B-0D5E-85E2-3A87-9E804B03F43A}"/>
                </a:ext>
              </a:extLst>
            </p:cNvPr>
            <p:cNvSpPr/>
            <p:nvPr/>
          </p:nvSpPr>
          <p:spPr>
            <a:xfrm>
              <a:off x="5907330" y="2597156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E7FC10E-0DBF-CACE-1C73-E3D95D1919E3}"/>
                </a:ext>
              </a:extLst>
            </p:cNvPr>
            <p:cNvSpPr/>
            <p:nvPr/>
          </p:nvSpPr>
          <p:spPr>
            <a:xfrm>
              <a:off x="5907330" y="2817631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CED361A-2002-563C-1434-94FEF99A7E55}"/>
                </a:ext>
              </a:extLst>
            </p:cNvPr>
            <p:cNvSpPr/>
            <p:nvPr/>
          </p:nvSpPr>
          <p:spPr>
            <a:xfrm>
              <a:off x="5907330" y="3038106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99FF185-1841-E393-F764-5EA44FCEBA5F}"/>
                </a:ext>
              </a:extLst>
            </p:cNvPr>
            <p:cNvSpPr/>
            <p:nvPr/>
          </p:nvSpPr>
          <p:spPr>
            <a:xfrm>
              <a:off x="5907330" y="3258581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E22AC0A-4867-145D-3D12-A9E32195A73B}"/>
                </a:ext>
              </a:extLst>
            </p:cNvPr>
            <p:cNvSpPr/>
            <p:nvPr/>
          </p:nvSpPr>
          <p:spPr>
            <a:xfrm>
              <a:off x="5911655" y="3479056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B794423-EABA-463E-3A90-6C2C03019415}"/>
                </a:ext>
              </a:extLst>
            </p:cNvPr>
            <p:cNvSpPr/>
            <p:nvPr/>
          </p:nvSpPr>
          <p:spPr>
            <a:xfrm>
              <a:off x="5907330" y="3699437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A1E56B98-F326-0251-B576-F4BB140CA7F5}"/>
              </a:ext>
            </a:extLst>
          </p:cNvPr>
          <p:cNvSpPr/>
          <p:nvPr/>
        </p:nvSpPr>
        <p:spPr>
          <a:xfrm>
            <a:off x="3511954" y="5123614"/>
            <a:ext cx="859095" cy="4808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Loss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92ECD3D2-2854-80E9-575A-A6070E0900F0}"/>
              </a:ext>
            </a:extLst>
          </p:cNvPr>
          <p:cNvCxnSpPr>
            <a:cxnSpLocks/>
            <a:stCxn id="59" idx="3"/>
            <a:endCxn id="73" idx="1"/>
          </p:cNvCxnSpPr>
          <p:nvPr/>
        </p:nvCxnSpPr>
        <p:spPr>
          <a:xfrm rot="16200000" flipH="1">
            <a:off x="2167262" y="4019355"/>
            <a:ext cx="563858" cy="212552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570AF73A-F2DE-2AAD-85FE-16F73B87ECFD}"/>
              </a:ext>
            </a:extLst>
          </p:cNvPr>
          <p:cNvCxnSpPr>
            <a:cxnSpLocks/>
            <a:stCxn id="72" idx="4"/>
            <a:endCxn id="73" idx="3"/>
          </p:cNvCxnSpPr>
          <p:nvPr/>
        </p:nvCxnSpPr>
        <p:spPr>
          <a:xfrm rot="5400000">
            <a:off x="4933114" y="4524367"/>
            <a:ext cx="277615" cy="14017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F1AFB1C-5E2F-E882-F76C-0A0C741CE7E1}"/>
              </a:ext>
            </a:extLst>
          </p:cNvPr>
          <p:cNvCxnSpPr>
            <a:stCxn id="59" idx="4"/>
            <a:endCxn id="58" idx="0"/>
          </p:cNvCxnSpPr>
          <p:nvPr/>
        </p:nvCxnSpPr>
        <p:spPr>
          <a:xfrm>
            <a:off x="2070915" y="4113074"/>
            <a:ext cx="3634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7D18885-041C-C8CD-C15A-4104D436C41E}"/>
              </a:ext>
            </a:extLst>
          </p:cNvPr>
          <p:cNvCxnSpPr>
            <a:stCxn id="58" idx="2"/>
            <a:endCxn id="60" idx="0"/>
          </p:cNvCxnSpPr>
          <p:nvPr/>
        </p:nvCxnSpPr>
        <p:spPr>
          <a:xfrm flipV="1">
            <a:off x="3803340" y="4111352"/>
            <a:ext cx="363452" cy="1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A96FC8F-45C1-E5B4-7275-D7A1CEA8275C}"/>
              </a:ext>
            </a:extLst>
          </p:cNvPr>
          <p:cNvCxnSpPr>
            <a:stCxn id="60" idx="2"/>
            <a:endCxn id="62" idx="1"/>
          </p:cNvCxnSpPr>
          <p:nvPr/>
        </p:nvCxnSpPr>
        <p:spPr>
          <a:xfrm>
            <a:off x="5220080" y="4111351"/>
            <a:ext cx="36345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0B85FA83-3EF2-BC37-4F99-14E473FB7C38}"/>
              </a:ext>
            </a:extLst>
          </p:cNvPr>
          <p:cNvSpPr txBox="1"/>
          <p:nvPr/>
        </p:nvSpPr>
        <p:spPr>
          <a:xfrm>
            <a:off x="1400614" y="5071350"/>
            <a:ext cx="195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Ground Truth Labels</a:t>
            </a:r>
            <a:endParaRPr lang="en-US" dirty="0"/>
          </a:p>
        </p:txBody>
      </p: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56241992-FA4B-2A36-6510-747A326CB5F6}"/>
              </a:ext>
            </a:extLst>
          </p:cNvPr>
          <p:cNvCxnSpPr>
            <a:cxnSpLocks/>
            <a:stCxn id="73" idx="0"/>
            <a:endCxn id="58" idx="1"/>
          </p:cNvCxnSpPr>
          <p:nvPr/>
        </p:nvCxnSpPr>
        <p:spPr>
          <a:xfrm rot="16200000" flipV="1">
            <a:off x="3299754" y="4481865"/>
            <a:ext cx="460848" cy="822649"/>
          </a:xfrm>
          <a:prstGeom prst="bentConnector3">
            <a:avLst>
              <a:gd name="adj1" fmla="val 50000"/>
            </a:avLst>
          </a:prstGeom>
          <a:ln cmpd="sng">
            <a:solidFill>
              <a:schemeClr val="accent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E5DC32DF-0D08-F623-89AF-F05AFF255E42}"/>
              </a:ext>
            </a:extLst>
          </p:cNvPr>
          <p:cNvCxnSpPr>
            <a:cxnSpLocks/>
            <a:stCxn id="73" idx="0"/>
            <a:endCxn id="60" idx="1"/>
          </p:cNvCxnSpPr>
          <p:nvPr/>
        </p:nvCxnSpPr>
        <p:spPr>
          <a:xfrm rot="5400000" flipH="1" flipV="1">
            <a:off x="3975135" y="4405313"/>
            <a:ext cx="684668" cy="751934"/>
          </a:xfrm>
          <a:prstGeom prst="bentConnector3">
            <a:avLst>
              <a:gd name="adj1" fmla="val 33644"/>
            </a:avLst>
          </a:prstGeom>
          <a:ln cmpd="sng">
            <a:solidFill>
              <a:schemeClr val="accent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6485E2B-15F1-5770-D533-14D8848B77AC}"/>
              </a:ext>
            </a:extLst>
          </p:cNvPr>
          <p:cNvSpPr txBox="1"/>
          <p:nvPr/>
        </p:nvSpPr>
        <p:spPr>
          <a:xfrm>
            <a:off x="2962381" y="4604867"/>
            <a:ext cx="195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Backpropagation</a:t>
            </a:r>
            <a:endParaRPr lang="en-US" dirty="0"/>
          </a:p>
        </p:txBody>
      </p:sp>
      <p:sp>
        <p:nvSpPr>
          <p:cNvPr id="104" name="Down Arrow 103">
            <a:extLst>
              <a:ext uri="{FF2B5EF4-FFF2-40B4-BE49-F238E27FC236}">
                <a16:creationId xmlns:a16="http://schemas.microsoft.com/office/drawing/2014/main" id="{17931998-8E06-3207-6AB1-3DA3E75E390D}"/>
              </a:ext>
            </a:extLst>
          </p:cNvPr>
          <p:cNvSpPr/>
          <p:nvPr/>
        </p:nvSpPr>
        <p:spPr>
          <a:xfrm>
            <a:off x="2892316" y="2373632"/>
            <a:ext cx="453073" cy="98149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D5110F9-4896-BE30-06FE-50585FA94578}"/>
              </a:ext>
            </a:extLst>
          </p:cNvPr>
          <p:cNvSpPr txBox="1"/>
          <p:nvPr/>
        </p:nvSpPr>
        <p:spPr>
          <a:xfrm>
            <a:off x="3207242" y="2614005"/>
            <a:ext cx="2053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Parameter Transfer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55621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nual Operation 3">
            <a:extLst>
              <a:ext uri="{FF2B5EF4-FFF2-40B4-BE49-F238E27FC236}">
                <a16:creationId xmlns:a16="http://schemas.microsoft.com/office/drawing/2014/main" id="{23CCF5DE-CA71-DFDE-EE95-900F46029A98}"/>
              </a:ext>
            </a:extLst>
          </p:cNvPr>
          <p:cNvSpPr/>
          <p:nvPr/>
        </p:nvSpPr>
        <p:spPr>
          <a:xfrm rot="16200000">
            <a:off x="6544787" y="970488"/>
            <a:ext cx="1374230" cy="1368974"/>
          </a:xfrm>
          <a:prstGeom prst="flowChartManualOpe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Feature Extraction Network</a:t>
            </a:r>
          </a:p>
        </p:txBody>
      </p:sp>
      <p:sp>
        <p:nvSpPr>
          <p:cNvPr id="5" name="Magnetic Disk 4">
            <a:extLst>
              <a:ext uri="{FF2B5EF4-FFF2-40B4-BE49-F238E27FC236}">
                <a16:creationId xmlns:a16="http://schemas.microsoft.com/office/drawing/2014/main" id="{555875CD-F828-4152-69CD-8E5670B179F3}"/>
              </a:ext>
            </a:extLst>
          </p:cNvPr>
          <p:cNvSpPr/>
          <p:nvPr/>
        </p:nvSpPr>
        <p:spPr>
          <a:xfrm>
            <a:off x="4814990" y="967859"/>
            <a:ext cx="1368974" cy="1374231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Unlabeled Data</a:t>
            </a:r>
          </a:p>
        </p:txBody>
      </p:sp>
      <p:sp>
        <p:nvSpPr>
          <p:cNvPr id="6" name="Manual Operation 5">
            <a:extLst>
              <a:ext uri="{FF2B5EF4-FFF2-40B4-BE49-F238E27FC236}">
                <a16:creationId xmlns:a16="http://schemas.microsoft.com/office/drawing/2014/main" id="{B70B5FE0-B409-A268-8D2C-C3B0F2103D9A}"/>
              </a:ext>
            </a:extLst>
          </p:cNvPr>
          <p:cNvSpPr/>
          <p:nvPr/>
        </p:nvSpPr>
        <p:spPr>
          <a:xfrm rot="16200000">
            <a:off x="8396992" y="1126609"/>
            <a:ext cx="818985" cy="1053288"/>
          </a:xfrm>
          <a:prstGeom prst="flowChartManualOpe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dirty="0"/>
              <a:t>Projection Head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DFA47A-E351-7304-7C21-0FA401FB0D77}"/>
              </a:ext>
            </a:extLst>
          </p:cNvPr>
          <p:cNvSpPr/>
          <p:nvPr/>
        </p:nvSpPr>
        <p:spPr>
          <a:xfrm>
            <a:off x="7623629" y="214622"/>
            <a:ext cx="859095" cy="4808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Loss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69D4C48E-20C7-38ED-38A9-620730ED3022}"/>
              </a:ext>
            </a:extLst>
          </p:cNvPr>
          <p:cNvCxnSpPr>
            <a:cxnSpLocks/>
            <a:stCxn id="5" idx="1"/>
            <a:endCxn id="7" idx="1"/>
          </p:cNvCxnSpPr>
          <p:nvPr/>
        </p:nvCxnSpPr>
        <p:spPr>
          <a:xfrm rot="5400000" flipH="1" flipV="1">
            <a:off x="6305151" y="-350619"/>
            <a:ext cx="512804" cy="21241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C58FF30-942D-63D9-7586-CB1EB0A5C817}"/>
              </a:ext>
            </a:extLst>
          </p:cNvPr>
          <p:cNvCxnSpPr>
            <a:cxnSpLocks/>
            <a:stCxn id="7" idx="2"/>
            <a:endCxn id="4" idx="3"/>
          </p:cNvCxnSpPr>
          <p:nvPr/>
        </p:nvCxnSpPr>
        <p:spPr>
          <a:xfrm rot="5400000">
            <a:off x="7437643" y="489748"/>
            <a:ext cx="409795" cy="821275"/>
          </a:xfrm>
          <a:prstGeom prst="bentConnector3">
            <a:avLst>
              <a:gd name="adj1" fmla="val 40214"/>
            </a:avLst>
          </a:prstGeom>
          <a:ln cmpd="sng">
            <a:solidFill>
              <a:schemeClr val="accent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562C7382-24E2-3060-BBB8-59CBA4BECC8D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16120" y="632839"/>
            <a:ext cx="630171" cy="753308"/>
          </a:xfrm>
          <a:prstGeom prst="bentConnector3">
            <a:avLst>
              <a:gd name="adj1" fmla="val 26298"/>
            </a:avLst>
          </a:prstGeom>
          <a:ln cmpd="sng">
            <a:solidFill>
              <a:schemeClr val="accent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1210D24-198B-2356-7231-590C7C7239C6}"/>
              </a:ext>
            </a:extLst>
          </p:cNvPr>
          <p:cNvCxnSpPr>
            <a:cxnSpLocks/>
            <a:stCxn id="44" idx="0"/>
            <a:endCxn id="7" idx="3"/>
          </p:cNvCxnSpPr>
          <p:nvPr/>
        </p:nvCxnSpPr>
        <p:spPr>
          <a:xfrm rot="16200000" flipV="1">
            <a:off x="9080122" y="-142342"/>
            <a:ext cx="209891" cy="14046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2BCA54B-AC71-4EAF-7E12-77DD513D1129}"/>
              </a:ext>
            </a:extLst>
          </p:cNvPr>
          <p:cNvSpPr txBox="1"/>
          <p:nvPr/>
        </p:nvSpPr>
        <p:spPr>
          <a:xfrm>
            <a:off x="7065465" y="812058"/>
            <a:ext cx="195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Backpropagation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1314C8-5B07-5A3E-4242-CC3E76DCBCF3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>
            <a:off x="6183964" y="1654975"/>
            <a:ext cx="3634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18A3B0-AF24-71BC-1496-7F9502A8ADE3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V="1">
            <a:off x="7916389" y="1653253"/>
            <a:ext cx="363452" cy="1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3ABD4A-1C8B-1712-2AA0-F07098CD29E7}"/>
              </a:ext>
            </a:extLst>
          </p:cNvPr>
          <p:cNvCxnSpPr>
            <a:cxnSpLocks/>
            <a:stCxn id="6" idx="2"/>
            <a:endCxn id="44" idx="1"/>
          </p:cNvCxnSpPr>
          <p:nvPr/>
        </p:nvCxnSpPr>
        <p:spPr>
          <a:xfrm>
            <a:off x="9333129" y="1653252"/>
            <a:ext cx="36345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BB86E99-37E3-F72A-F8E1-2E8DDE403CE0}"/>
              </a:ext>
            </a:extLst>
          </p:cNvPr>
          <p:cNvSpPr txBox="1"/>
          <p:nvPr/>
        </p:nvSpPr>
        <p:spPr>
          <a:xfrm>
            <a:off x="5578443" y="175607"/>
            <a:ext cx="195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Pre-text Task</a:t>
            </a:r>
            <a:endParaRPr lang="en-US" dirty="0"/>
          </a:p>
        </p:txBody>
      </p:sp>
      <p:sp>
        <p:nvSpPr>
          <p:cNvPr id="17" name="Manual Operation 16">
            <a:extLst>
              <a:ext uri="{FF2B5EF4-FFF2-40B4-BE49-F238E27FC236}">
                <a16:creationId xmlns:a16="http://schemas.microsoft.com/office/drawing/2014/main" id="{BA018348-9FC4-B09D-1A1C-7251EE2766D5}"/>
              </a:ext>
            </a:extLst>
          </p:cNvPr>
          <p:cNvSpPr/>
          <p:nvPr/>
        </p:nvSpPr>
        <p:spPr>
          <a:xfrm rot="16200000">
            <a:off x="6544787" y="3462907"/>
            <a:ext cx="1374230" cy="1368974"/>
          </a:xfrm>
          <a:prstGeom prst="flowChartManualOpe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Feature Extraction Network</a:t>
            </a:r>
          </a:p>
        </p:txBody>
      </p:sp>
      <p:sp>
        <p:nvSpPr>
          <p:cNvPr id="18" name="Magnetic Disk 17">
            <a:extLst>
              <a:ext uri="{FF2B5EF4-FFF2-40B4-BE49-F238E27FC236}">
                <a16:creationId xmlns:a16="http://schemas.microsoft.com/office/drawing/2014/main" id="{61AC8372-FF73-514A-6702-FE1DCE6A5BE1}"/>
              </a:ext>
            </a:extLst>
          </p:cNvPr>
          <p:cNvSpPr/>
          <p:nvPr/>
        </p:nvSpPr>
        <p:spPr>
          <a:xfrm>
            <a:off x="4814990" y="3460278"/>
            <a:ext cx="1368974" cy="1374231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Labeled Data</a:t>
            </a:r>
          </a:p>
        </p:txBody>
      </p:sp>
      <p:sp>
        <p:nvSpPr>
          <p:cNvPr id="19" name="Manual Operation 18">
            <a:extLst>
              <a:ext uri="{FF2B5EF4-FFF2-40B4-BE49-F238E27FC236}">
                <a16:creationId xmlns:a16="http://schemas.microsoft.com/office/drawing/2014/main" id="{06396B86-CD8B-AE97-7065-A6DDFA4B59B4}"/>
              </a:ext>
            </a:extLst>
          </p:cNvPr>
          <p:cNvSpPr/>
          <p:nvPr/>
        </p:nvSpPr>
        <p:spPr>
          <a:xfrm rot="16200000">
            <a:off x="8396992" y="3619028"/>
            <a:ext cx="818985" cy="1053288"/>
          </a:xfrm>
          <a:prstGeom prst="flowChartManualOpe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Classifier Network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BDE7846-DFB2-4DDE-BB95-04AAA1523D1F}"/>
              </a:ext>
            </a:extLst>
          </p:cNvPr>
          <p:cNvGrpSpPr/>
          <p:nvPr/>
        </p:nvGrpSpPr>
        <p:grpSpPr>
          <a:xfrm>
            <a:off x="9696580" y="3133410"/>
            <a:ext cx="376365" cy="2024524"/>
            <a:chOff x="5812403" y="1900362"/>
            <a:chExt cx="376365" cy="2024524"/>
          </a:xfrm>
        </p:grpSpPr>
        <p:sp>
          <p:nvSpPr>
            <p:cNvPr id="21" name="Left Bracket 20">
              <a:extLst>
                <a:ext uri="{FF2B5EF4-FFF2-40B4-BE49-F238E27FC236}">
                  <a16:creationId xmlns:a16="http://schemas.microsoft.com/office/drawing/2014/main" id="{676742C1-A924-0C2B-53C0-400BF91597C9}"/>
                </a:ext>
              </a:extLst>
            </p:cNvPr>
            <p:cNvSpPr/>
            <p:nvPr/>
          </p:nvSpPr>
          <p:spPr>
            <a:xfrm>
              <a:off x="5812403" y="1900362"/>
              <a:ext cx="127221" cy="2024524"/>
            </a:xfrm>
            <a:prstGeom prst="lef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Left Bracket 21">
              <a:extLst>
                <a:ext uri="{FF2B5EF4-FFF2-40B4-BE49-F238E27FC236}">
                  <a16:creationId xmlns:a16="http://schemas.microsoft.com/office/drawing/2014/main" id="{D6FCF10B-0E2D-B8A1-1840-B72B581DAB37}"/>
                </a:ext>
              </a:extLst>
            </p:cNvPr>
            <p:cNvSpPr/>
            <p:nvPr/>
          </p:nvSpPr>
          <p:spPr>
            <a:xfrm flipH="1">
              <a:off x="6067820" y="1900362"/>
              <a:ext cx="120948" cy="2024524"/>
            </a:xfrm>
            <a:prstGeom prst="lef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DF0F71E-B00F-17C0-C9FD-A87EB5643AD2}"/>
                </a:ext>
              </a:extLst>
            </p:cNvPr>
            <p:cNvSpPr/>
            <p:nvPr/>
          </p:nvSpPr>
          <p:spPr>
            <a:xfrm>
              <a:off x="5907330" y="1936013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07347F2-D9E4-8183-7105-0EE481393824}"/>
                </a:ext>
              </a:extLst>
            </p:cNvPr>
            <p:cNvSpPr/>
            <p:nvPr/>
          </p:nvSpPr>
          <p:spPr>
            <a:xfrm>
              <a:off x="5907330" y="2156394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3124EFD-7BDF-C0BC-E04D-ED366E13DDB7}"/>
                </a:ext>
              </a:extLst>
            </p:cNvPr>
            <p:cNvSpPr/>
            <p:nvPr/>
          </p:nvSpPr>
          <p:spPr>
            <a:xfrm>
              <a:off x="5907330" y="2376775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9ADE0BA-6A2E-60B9-FBFF-206A3A14644F}"/>
                </a:ext>
              </a:extLst>
            </p:cNvPr>
            <p:cNvSpPr/>
            <p:nvPr/>
          </p:nvSpPr>
          <p:spPr>
            <a:xfrm>
              <a:off x="5907330" y="2597156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EA4BB93-BC0B-5F3F-3615-E05FCA68FD44}"/>
                </a:ext>
              </a:extLst>
            </p:cNvPr>
            <p:cNvSpPr/>
            <p:nvPr/>
          </p:nvSpPr>
          <p:spPr>
            <a:xfrm>
              <a:off x="5907330" y="2817631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A2D527D-86F8-EDB7-E0E4-D7F7EABD5C91}"/>
                </a:ext>
              </a:extLst>
            </p:cNvPr>
            <p:cNvSpPr/>
            <p:nvPr/>
          </p:nvSpPr>
          <p:spPr>
            <a:xfrm>
              <a:off x="5907330" y="3038106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CF80BE5-E75E-E622-1011-4AA4EABE33DC}"/>
                </a:ext>
              </a:extLst>
            </p:cNvPr>
            <p:cNvSpPr/>
            <p:nvPr/>
          </p:nvSpPr>
          <p:spPr>
            <a:xfrm>
              <a:off x="5907330" y="3258581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B3D8C53-84C5-EA79-77FC-2DCE8622DCE1}"/>
                </a:ext>
              </a:extLst>
            </p:cNvPr>
            <p:cNvSpPr/>
            <p:nvPr/>
          </p:nvSpPr>
          <p:spPr>
            <a:xfrm>
              <a:off x="5911655" y="3479056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0092561-86BF-B2F8-C9B5-411943D6A35E}"/>
                </a:ext>
              </a:extLst>
            </p:cNvPr>
            <p:cNvSpPr/>
            <p:nvPr/>
          </p:nvSpPr>
          <p:spPr>
            <a:xfrm>
              <a:off x="5907330" y="3699437"/>
              <a:ext cx="188670" cy="1882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30A54347-6AD9-43B7-2EF6-313DCF8C8381}"/>
              </a:ext>
            </a:extLst>
          </p:cNvPr>
          <p:cNvSpPr/>
          <p:nvPr/>
        </p:nvSpPr>
        <p:spPr>
          <a:xfrm>
            <a:off x="7625003" y="5157934"/>
            <a:ext cx="859095" cy="4808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Loss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0C969B5F-1381-6F13-A398-7083A3AFF08F}"/>
              </a:ext>
            </a:extLst>
          </p:cNvPr>
          <p:cNvCxnSpPr>
            <a:cxnSpLocks/>
            <a:stCxn id="18" idx="3"/>
            <a:endCxn id="32" idx="1"/>
          </p:cNvCxnSpPr>
          <p:nvPr/>
        </p:nvCxnSpPr>
        <p:spPr>
          <a:xfrm rot="16200000" flipH="1">
            <a:off x="6280311" y="4053675"/>
            <a:ext cx="563858" cy="212552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9BC96814-950A-3F2E-D07C-BBEE6627C0B6}"/>
              </a:ext>
            </a:extLst>
          </p:cNvPr>
          <p:cNvCxnSpPr>
            <a:cxnSpLocks/>
            <a:stCxn id="31" idx="4"/>
            <a:endCxn id="32" idx="3"/>
          </p:cNvCxnSpPr>
          <p:nvPr/>
        </p:nvCxnSpPr>
        <p:spPr>
          <a:xfrm rot="5400000">
            <a:off x="9046163" y="4558687"/>
            <a:ext cx="277615" cy="14017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EF23A66-8B8D-AB9D-7067-630C23CB4167}"/>
              </a:ext>
            </a:extLst>
          </p:cNvPr>
          <p:cNvCxnSpPr>
            <a:cxnSpLocks/>
            <a:stCxn id="18" idx="4"/>
            <a:endCxn id="17" idx="0"/>
          </p:cNvCxnSpPr>
          <p:nvPr/>
        </p:nvCxnSpPr>
        <p:spPr>
          <a:xfrm>
            <a:off x="6183964" y="4147394"/>
            <a:ext cx="3634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8D41B4C-FAD5-06D0-E0FF-D51DB1B35550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V="1">
            <a:off x="7916389" y="4145672"/>
            <a:ext cx="363452" cy="1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B21ED5C-75D5-B16A-4304-188690F34D7B}"/>
              </a:ext>
            </a:extLst>
          </p:cNvPr>
          <p:cNvCxnSpPr>
            <a:cxnSpLocks/>
            <a:stCxn id="19" idx="2"/>
            <a:endCxn id="21" idx="1"/>
          </p:cNvCxnSpPr>
          <p:nvPr/>
        </p:nvCxnSpPr>
        <p:spPr>
          <a:xfrm>
            <a:off x="9333129" y="4145671"/>
            <a:ext cx="36345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E091D20-4EF0-528F-1F9C-FE17BA8D3AB3}"/>
              </a:ext>
            </a:extLst>
          </p:cNvPr>
          <p:cNvSpPr txBox="1"/>
          <p:nvPr/>
        </p:nvSpPr>
        <p:spPr>
          <a:xfrm>
            <a:off x="5513663" y="5105670"/>
            <a:ext cx="195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Ground Truth Labels</a:t>
            </a:r>
            <a:endParaRPr lang="en-US" dirty="0"/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C76681B0-E039-9CBA-281C-7BD36303BA37}"/>
              </a:ext>
            </a:extLst>
          </p:cNvPr>
          <p:cNvCxnSpPr>
            <a:cxnSpLocks/>
            <a:stCxn id="32" idx="0"/>
            <a:endCxn id="17" idx="1"/>
          </p:cNvCxnSpPr>
          <p:nvPr/>
        </p:nvCxnSpPr>
        <p:spPr>
          <a:xfrm rot="16200000" flipV="1">
            <a:off x="7412803" y="4516185"/>
            <a:ext cx="460848" cy="822649"/>
          </a:xfrm>
          <a:prstGeom prst="bentConnector3">
            <a:avLst>
              <a:gd name="adj1" fmla="val 50000"/>
            </a:avLst>
          </a:prstGeom>
          <a:ln cmpd="sng">
            <a:solidFill>
              <a:schemeClr val="accent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C254BBC-C90D-A369-B93A-B5920EFC0FF5}"/>
              </a:ext>
            </a:extLst>
          </p:cNvPr>
          <p:cNvCxnSpPr>
            <a:cxnSpLocks/>
            <a:stCxn id="32" idx="0"/>
            <a:endCxn id="19" idx="1"/>
          </p:cNvCxnSpPr>
          <p:nvPr/>
        </p:nvCxnSpPr>
        <p:spPr>
          <a:xfrm rot="5400000" flipH="1" flipV="1">
            <a:off x="8088184" y="4439633"/>
            <a:ext cx="684668" cy="751934"/>
          </a:xfrm>
          <a:prstGeom prst="bentConnector3">
            <a:avLst>
              <a:gd name="adj1" fmla="val 33644"/>
            </a:avLst>
          </a:prstGeom>
          <a:ln cmpd="sng">
            <a:solidFill>
              <a:schemeClr val="accent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E02D784-9AB4-D089-F352-F5884733FA60}"/>
              </a:ext>
            </a:extLst>
          </p:cNvPr>
          <p:cNvSpPr txBox="1"/>
          <p:nvPr/>
        </p:nvSpPr>
        <p:spPr>
          <a:xfrm>
            <a:off x="7075430" y="4639187"/>
            <a:ext cx="195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Backpropagation</a:t>
            </a:r>
            <a:endParaRPr lang="en-US" dirty="0"/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B7A63FA3-EB8F-C84C-B930-4773C56BE885}"/>
              </a:ext>
            </a:extLst>
          </p:cNvPr>
          <p:cNvSpPr/>
          <p:nvPr/>
        </p:nvSpPr>
        <p:spPr>
          <a:xfrm>
            <a:off x="7005365" y="2407952"/>
            <a:ext cx="453073" cy="98149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443D7E-810B-AEF6-5F43-5F0673D05EF1}"/>
              </a:ext>
            </a:extLst>
          </p:cNvPr>
          <p:cNvSpPr txBox="1"/>
          <p:nvPr/>
        </p:nvSpPr>
        <p:spPr>
          <a:xfrm>
            <a:off x="7320291" y="2648325"/>
            <a:ext cx="2053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Parameter Transfer</a:t>
            </a:r>
            <a:endParaRPr lang="en-US" sz="2000" b="1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B009097-B04D-008E-1176-1049DDE9EC58}"/>
              </a:ext>
            </a:extLst>
          </p:cNvPr>
          <p:cNvSpPr/>
          <p:nvPr/>
        </p:nvSpPr>
        <p:spPr>
          <a:xfrm>
            <a:off x="9696580" y="664946"/>
            <a:ext cx="381659" cy="197661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/>
              <a:t>Learned Embedding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69548"/>
      </p:ext>
    </p:extLst>
  </p:cSld>
  <p:clrMapOvr>
    <a:masterClrMapping/>
  </p:clrMapOvr>
</p:sld>
</file>

<file path=ppt/theme/theme1.xml><?xml version="1.0" encoding="utf-8"?>
<a:theme xmlns:a="http://schemas.openxmlformats.org/drawingml/2006/main" name="MSU_Maroon&amp;Grey">
  <a:themeElements>
    <a:clrScheme name="Custom 3">
      <a:dk1>
        <a:srgbClr val="000000"/>
      </a:dk1>
      <a:lt1>
        <a:srgbClr val="FFFFFF"/>
      </a:lt1>
      <a:dk2>
        <a:srgbClr val="5D1724"/>
      </a:dk2>
      <a:lt2>
        <a:srgbClr val="E2E4DB"/>
      </a:lt2>
      <a:accent1>
        <a:srgbClr val="5E091A"/>
      </a:accent1>
      <a:accent2>
        <a:srgbClr val="410611"/>
      </a:accent2>
      <a:accent3>
        <a:srgbClr val="545651"/>
      </a:accent3>
      <a:accent4>
        <a:srgbClr val="848780"/>
      </a:accent4>
      <a:accent5>
        <a:srgbClr val="B9BDB3"/>
      </a:accent5>
      <a:accent6>
        <a:srgbClr val="890C25"/>
      </a:accent6>
      <a:hlink>
        <a:srgbClr val="890C25"/>
      </a:hlink>
      <a:folHlink>
        <a:srgbClr val="890C25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SState_Option4wide" id="{DFA8EA48-E7A8-ED47-89F6-59BE4635871D}" vid="{EF3EF6DB-132E-EA4E-9053-59259BBDDA3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MSU_Maroon&amp;Grey</Template>
  <TotalTime>39</TotalTime>
  <Words>53</Words>
  <Application>Microsoft Macintosh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Palatino Linotype</vt:lpstr>
      <vt:lpstr>MSU_Maroon&amp;Grey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Hester, Dakota</dc:creator>
  <cp:lastModifiedBy>Hester, Dakota</cp:lastModifiedBy>
  <cp:revision>1</cp:revision>
  <dcterms:created xsi:type="dcterms:W3CDTF">2024-11-30T09:14:09Z</dcterms:created>
  <dcterms:modified xsi:type="dcterms:W3CDTF">2024-11-30T09:53:09Z</dcterms:modified>
</cp:coreProperties>
</file>